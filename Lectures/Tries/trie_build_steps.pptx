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Before any insertions — empty 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Alphabet: C D E K P R S 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Step 1 — Insert  "pet"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Walk P → E → T, creating nodes as needed. Mark T node as end-of-word.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FFDD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Calibri"/>
              </a:rPr>
              <a:t>✓ pet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Step 2 — Insert  "pets"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P → E → T already exist. Add S child to the "pet" node.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2308" y="2459736"/>
            <a:ext cx="1261872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11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21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32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42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5276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63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073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283696" y="2816352"/>
            <a:ext cx="283464" cy="283464"/>
          </a:xfrm>
          <a:prstGeom prst="rect">
            <a:avLst/>
          </a:prstGeom>
          <a:solidFill>
            <a:srgbClr val="FFDD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Calibri"/>
              </a:rPr>
              <a:t>✓ pets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Step 3 — Insert  "peter"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P → E → T already exist. Add E child to "pet", then R child. Mark R node.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8298179" y="3099816"/>
            <a:ext cx="173737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298179" y="2459736"/>
            <a:ext cx="182881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322308" y="2459736"/>
            <a:ext cx="126187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255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358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4613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644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7707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8738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97696" y="3456432"/>
            <a:ext cx="283464" cy="283464"/>
          </a:xfrm>
          <a:prstGeom prst="rect">
            <a:avLst/>
          </a:prstGeom>
          <a:solidFill>
            <a:srgbClr val="FFDD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35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46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56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60" y="281635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77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7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97696" y="281635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11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21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32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442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5276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863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073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28369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Calibri"/>
              </a:rPr>
              <a:t>✓ peter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Step 4 — Insert  "peck"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P → E already exist. Add C child to "pe" node, then K. Mark K node.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8298179" y="3099816"/>
            <a:ext cx="173737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623060" y="1819656"/>
            <a:ext cx="3593592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298179" y="2459736"/>
            <a:ext cx="182881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2308" y="2459736"/>
            <a:ext cx="126187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6172" y="2459736"/>
            <a:ext cx="246888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255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358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4613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5644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707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738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97696" y="345643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71016" y="217627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813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916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0195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1226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22576" y="217627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35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46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56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66760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77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87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97696" y="281635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01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11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21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32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442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65276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863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073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28369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039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070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7101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48132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9164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0195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1226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22576" y="2816352"/>
            <a:ext cx="283464" cy="283464"/>
          </a:xfrm>
          <a:prstGeom prst="rect">
            <a:avLst/>
          </a:prstGeom>
          <a:solidFill>
            <a:srgbClr val="FFDD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Calibri"/>
              </a:rPr>
              <a:t>✓ peck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Step 5 — Insert  "pecked"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P → E → C → K already exist. Add E child to "peck", then D. Mark D node.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8298179" y="3099816"/>
            <a:ext cx="173737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623060" y="1819656"/>
            <a:ext cx="359359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298179" y="2459736"/>
            <a:ext cx="182881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1188" y="3739896"/>
            <a:ext cx="667512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28700" y="3099816"/>
            <a:ext cx="137160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2308" y="2459736"/>
            <a:ext cx="126187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76172" y="2459736"/>
            <a:ext cx="246888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255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358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4613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644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7707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8738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97696" y="345643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07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71016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813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916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0195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1226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22576" y="217627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35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46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56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66760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77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87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97696" y="281635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6344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6968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07592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17904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28216" y="4096512"/>
            <a:ext cx="283464" cy="283464"/>
          </a:xfrm>
          <a:prstGeom prst="rect">
            <a:avLst/>
          </a:prstGeom>
          <a:solidFill>
            <a:srgbClr val="FFDD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032" y="345643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634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665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8696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728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0759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1790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28216" y="34564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01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811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21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32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442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65276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863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073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28369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5039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0704" y="281635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7101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48132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69164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90195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11226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32257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peck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Calibri"/>
              </a:rPr>
              <a:t>✓ pecked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Step 6 — Insert  "pecks"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P → E → C → K already exist. Add S child to "peck". Mark S node.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8298179" y="3099816"/>
            <a:ext cx="173737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623060" y="1819656"/>
            <a:ext cx="359359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298179" y="2459736"/>
            <a:ext cx="182881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1188" y="3739896"/>
            <a:ext cx="66751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28700" y="3099816"/>
            <a:ext cx="13716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07108" y="3099816"/>
            <a:ext cx="896112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22308" y="2459736"/>
            <a:ext cx="126187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76172" y="2459736"/>
            <a:ext cx="246888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255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358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4613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644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707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8738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7696" y="345643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07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1016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813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0195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1226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22576" y="217627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25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35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46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56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66760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77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87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97696" y="281635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6032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6344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6656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6968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97280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07592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17904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28216" y="409651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6032" y="34564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634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665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696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9728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0759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51790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28216" y="34564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2024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13055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34086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55117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148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718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821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3924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02736" y="3456432"/>
            <a:ext cx="283464" cy="283464"/>
          </a:xfrm>
          <a:prstGeom prst="rect">
            <a:avLst/>
          </a:prstGeom>
          <a:solidFill>
            <a:srgbClr val="FFDD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601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11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21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232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442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65276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863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073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28369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4008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039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60704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27101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48132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9164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01952" y="281635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11226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32257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peck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pecked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Calibri"/>
              </a:rPr>
              <a:t>✓ pecks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Final Trie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pet · pets · peter · peck · pecked · pecks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8298179" y="3099816"/>
            <a:ext cx="173737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623060" y="1819656"/>
            <a:ext cx="359359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298179" y="2459736"/>
            <a:ext cx="182881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1188" y="3739896"/>
            <a:ext cx="66751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28700" y="3099816"/>
            <a:ext cx="13716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07108" y="3099816"/>
            <a:ext cx="89611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22308" y="2459736"/>
            <a:ext cx="126187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76172" y="2459736"/>
            <a:ext cx="246888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255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358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4613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644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707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8738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7696" y="345643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07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1016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813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0195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1226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22576" y="217627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25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35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46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56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66760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77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87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97696" y="281635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6032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6344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6656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6968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97280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07592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17904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28216" y="409651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6032" y="34564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634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665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696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9728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0759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51790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28216" y="34564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2024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13055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34086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55117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148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718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821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3924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02736" y="345643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601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11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21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232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442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65276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863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073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28369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4008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039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60704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27101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48132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9164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01952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11226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32257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peck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pecked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pecks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