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4" r:id="rId4"/>
    <p:sldId id="257" r:id="rId5"/>
    <p:sldId id="267" r:id="rId6"/>
    <p:sldId id="258" r:id="rId7"/>
    <p:sldId id="268" r:id="rId8"/>
    <p:sldId id="269" r:id="rId9"/>
    <p:sldId id="270" r:id="rId10"/>
    <p:sldId id="273" r:id="rId11"/>
    <p:sldId id="272" r:id="rId12"/>
    <p:sldId id="259" r:id="rId13"/>
    <p:sldId id="260" r:id="rId14"/>
    <p:sldId id="261" r:id="rId15"/>
    <p:sldId id="262" r:id="rId16"/>
    <p:sldId id="263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Before any insertions — empty 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Alphabet: C D E K P R S T</a:t>
            </a:r>
          </a:p>
        </p:txBody>
      </p:sp>
      <p:sp>
        <p:nvSpPr>
          <p:cNvPr id="8" name="Rectangle 7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dirty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 dirty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FD441-5367-B52E-CD68-843D9E5A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3D3A02-B9B9-7BE4-F871-D394D6B7FAFD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B267F-92B4-5FF9-59CE-C6500AD62BE1}"/>
              </a:ext>
            </a:extLst>
          </p:cNvPr>
          <p:cNvSpPr txBox="1"/>
          <p:nvPr/>
        </p:nvSpPr>
        <p:spPr>
          <a:xfrm>
            <a:off x="100584" y="24770"/>
            <a:ext cx="11704320" cy="357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Alphabet: C D E K P R S 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40F10C-29FD-3BB6-D0C5-D1FD75749391}"/>
              </a:ext>
            </a:extLst>
          </p:cNvPr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F4B834-09BA-3416-5D7A-68B18CD6FF0B}"/>
              </a:ext>
            </a:extLst>
          </p:cNvPr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9B04C-C100-A1D2-A92C-627AFA8ECDCC}"/>
              </a:ext>
            </a:extLst>
          </p:cNvPr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23FD08-DB6F-41EB-A989-9108A93112F4}"/>
              </a:ext>
            </a:extLst>
          </p:cNvPr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8CF3C4-8925-B2E7-C124-6B643357F6D5}"/>
              </a:ext>
            </a:extLst>
          </p:cNvPr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AC3A42-E18D-1385-02C6-59DAB62F2910}"/>
              </a:ext>
            </a:extLst>
          </p:cNvPr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DA25F8-89D1-322E-2F82-F99A747B33FB}"/>
              </a:ext>
            </a:extLst>
          </p:cNvPr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A04067-6DB9-6271-07B0-307B02CF5796}"/>
              </a:ext>
            </a:extLst>
          </p:cNvPr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5D87-F568-106E-744B-BD7B927F5325}"/>
              </a:ext>
            </a:extLst>
          </p:cNvPr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CB8ABF-343D-28C9-2A1A-3E2AF5AAEB2B}"/>
              </a:ext>
            </a:extLst>
          </p:cNvPr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48B085-9694-CEC4-A4BE-4FE9E588E964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0FA394-0CD8-84FF-639C-A5AFDC95155E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3B07A1-C4D9-9A44-3085-5077813A2C0B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E58F66-D09C-4C85-467E-2ADC5E493F89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3DD9F2-4E69-07CA-710A-3F2DB33C4410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F72C61-73F4-9D06-7AE8-2AFA613141A7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11AFBF-F391-9C03-0392-C15F7738F5DC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C9B34A-4298-EF64-4C2D-96F5F9A2E448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D2C83E-B99B-2982-32AD-AD28E91784B8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2378D3-AFF7-35F8-877D-999396F14F1D}"/>
              </a:ext>
            </a:extLst>
          </p:cNvPr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F81441-801B-73E8-A69E-31C583948E69}"/>
              </a:ext>
            </a:extLst>
          </p:cNvPr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DA968C-670D-A21A-184B-FB9296777183}"/>
              </a:ext>
            </a:extLst>
          </p:cNvPr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2989D2-F364-AF2F-04D2-896D0818A854}"/>
              </a:ext>
            </a:extLst>
          </p:cNvPr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F8650E-F8C3-A7A0-CD0D-5D5ECF815D34}"/>
              </a:ext>
            </a:extLst>
          </p:cNvPr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AB087D8-FE81-0FF0-8738-B9F28A9455B4}"/>
              </a:ext>
            </a:extLst>
          </p:cNvPr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9E77B3-4627-E529-8296-750796AD0880}"/>
              </a:ext>
            </a:extLst>
          </p:cNvPr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3950949-80AF-39C5-0E5F-301F2FBA1DDC}"/>
              </a:ext>
            </a:extLst>
          </p:cNvPr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9ACC4B-9F60-FA82-442E-DA72DEC09A02}"/>
              </a:ext>
            </a:extLst>
          </p:cNvPr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495043-90ED-ECC3-82AF-45CCF6265B95}"/>
              </a:ext>
            </a:extLst>
          </p:cNvPr>
          <p:cNvSpPr txBox="1"/>
          <p:nvPr/>
        </p:nvSpPr>
        <p:spPr>
          <a:xfrm>
            <a:off x="10296144" y="951055"/>
            <a:ext cx="735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9900"/>
                </a:solidFill>
                <a:latin typeface="Calibri"/>
              </a:rPr>
              <a:t>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3E25E-FC20-8EE8-ED2C-9B1782C080E0}"/>
              </a:ext>
            </a:extLst>
          </p:cNvPr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FF"/>
                </a:solidFill>
                <a:latin typeface="Calibri"/>
              </a:rPr>
              <a:t>Step 1 — Insert  "pet"</a:t>
            </a:r>
          </a:p>
        </p:txBody>
      </p:sp>
    </p:spTree>
    <p:extLst>
      <p:ext uri="{BB962C8B-B14F-4D97-AF65-F5344CB8AC3E}">
        <p14:creationId xmlns:p14="http://schemas.microsoft.com/office/powerpoint/2010/main" val="414095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1F4C3-C904-2846-FAC9-64EB312F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6B2A2D-5E34-2667-598D-830E13E0FA5E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5B8A3-6D7E-845A-FF31-D4404EBC9FCF}"/>
              </a:ext>
            </a:extLst>
          </p:cNvPr>
          <p:cNvSpPr txBox="1"/>
          <p:nvPr/>
        </p:nvSpPr>
        <p:spPr>
          <a:xfrm>
            <a:off x="228600" y="63085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 dirty="0">
                <a:solidFill>
                  <a:srgbClr val="667788"/>
                </a:solidFill>
                <a:latin typeface="Calibri"/>
              </a:rPr>
              <a:t>Alphabet: C D E K P R S T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1D31F1E-F32D-7265-8283-B289E664720F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37276" y="539496"/>
            <a:ext cx="420624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9D4AE76-BA5E-2561-5CEC-1464144F4CE6}"/>
              </a:ext>
            </a:extLst>
          </p:cNvPr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459065-5F1A-3366-7A58-33A371C537CA}"/>
              </a:ext>
            </a:extLst>
          </p:cNvPr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A34CA8-8C02-994D-E039-47A7E73A6575}"/>
              </a:ext>
            </a:extLst>
          </p:cNvPr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4B0826-37E4-69E4-4526-D1A53BF619B1}"/>
              </a:ext>
            </a:extLst>
          </p:cNvPr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F6F520-5C1E-3E62-86C7-8FF52FA2CB62}"/>
              </a:ext>
            </a:extLst>
          </p:cNvPr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7CD3A7-3A37-2976-A336-CA0B7720DB04}"/>
              </a:ext>
            </a:extLst>
          </p:cNvPr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2FCC63-81AB-70B2-CADB-7747E3F34AD7}"/>
              </a:ext>
            </a:extLst>
          </p:cNvPr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40C887-0A22-8D26-3B15-4A9A7B4A8D7D}"/>
              </a:ext>
            </a:extLst>
          </p:cNvPr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CD0F7-41B1-165A-8F7D-0F78DBF0DC51}"/>
              </a:ext>
            </a:extLst>
          </p:cNvPr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464591-893A-010A-1460-0AFA2DE7788A}"/>
              </a:ext>
            </a:extLst>
          </p:cNvPr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D9DEEF-E4A0-EF54-062E-0F5D132F0EC4}"/>
              </a:ext>
            </a:extLst>
          </p:cNvPr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09556E-F891-95C3-EAFA-FCD435697BE2}"/>
              </a:ext>
            </a:extLst>
          </p:cNvPr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5CE837-7983-4980-7FBC-1525AE564C6F}"/>
              </a:ext>
            </a:extLst>
          </p:cNvPr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B672E8-9B48-A155-E4F1-8E2CB881E190}"/>
              </a:ext>
            </a:extLst>
          </p:cNvPr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1CB298-307D-B591-BC7E-5BE0EC05ED17}"/>
              </a:ext>
            </a:extLst>
          </p:cNvPr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3AC82B-8DEE-53E2-237D-0F6FB4F073DD}"/>
              </a:ext>
            </a:extLst>
          </p:cNvPr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A373B8-7332-C420-9F99-A4ADA0A7E347}"/>
              </a:ext>
            </a:extLst>
          </p:cNvPr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0502A1-10FD-D665-43AD-9AB4294B0F5E}"/>
              </a:ext>
            </a:extLst>
          </p:cNvPr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D08BC0-C478-D9FC-7AB0-EFB29CE62755}"/>
              </a:ext>
            </a:extLst>
          </p:cNvPr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FD33B8-83B9-66A3-BD0D-5D8458D74262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32A4C6-A595-5F4C-DC69-C9BD744FC041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6ED75E-A010-50E5-1374-654B5964E560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56447B-88B0-503E-E7E7-5FA85885D500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3848AF-47F6-52B1-2EDA-1F8BC2EF126B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FCAE74-9738-A0F3-AE99-21C058825310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9E0C40-7C86-41F8-6907-AA170D0DA809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DBAABD-1F29-834E-00F5-BEDDB57C7497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D05F83-306A-620B-8272-34DB9FA45C0E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19B57A-0926-79A0-5735-7100ED835294}"/>
              </a:ext>
            </a:extLst>
          </p:cNvPr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D22229C-13DD-9E7C-78D3-5FDF850C7A6F}"/>
              </a:ext>
            </a:extLst>
          </p:cNvPr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2A5E5E-83A7-8D2B-A4CD-169633E9365E}"/>
              </a:ext>
            </a:extLst>
          </p:cNvPr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C8B850B-C6BE-BCBE-D4C4-35D127786BA2}"/>
              </a:ext>
            </a:extLst>
          </p:cNvPr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ADBAEC-4B74-7D03-9BEA-41C0A70DD0D5}"/>
              </a:ext>
            </a:extLst>
          </p:cNvPr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CCA89B-D07D-4513-37D9-117145DE21D5}"/>
              </a:ext>
            </a:extLst>
          </p:cNvPr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C1DA8B-136C-77B5-A444-56396629E121}"/>
              </a:ext>
            </a:extLst>
          </p:cNvPr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A5C44F-748E-9B75-E5B7-7A9B3A3F47C4}"/>
              </a:ext>
            </a:extLst>
          </p:cNvPr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ADB63C-05F5-B800-115B-A8E6415FC67B}"/>
              </a:ext>
            </a:extLst>
          </p:cNvPr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3400EA-BDDB-E34E-1321-298E54020CB6}"/>
              </a:ext>
            </a:extLst>
          </p:cNvPr>
          <p:cNvSpPr txBox="1"/>
          <p:nvPr/>
        </p:nvSpPr>
        <p:spPr>
          <a:xfrm>
            <a:off x="10410559" y="964685"/>
            <a:ext cx="735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9900"/>
                </a:solidFill>
                <a:latin typeface="Calibri"/>
              </a:rPr>
              <a:t>e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D20F38B-C832-CD4E-DEE1-BB31D98DC740}"/>
              </a:ext>
            </a:extLst>
          </p:cNvPr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FF"/>
                </a:solidFill>
                <a:latin typeface="Calibri"/>
              </a:rPr>
              <a:t>Step 1 — Insert  "pet"</a:t>
            </a:r>
          </a:p>
        </p:txBody>
      </p:sp>
    </p:spTree>
    <p:extLst>
      <p:ext uri="{BB962C8B-B14F-4D97-AF65-F5344CB8AC3E}">
        <p14:creationId xmlns:p14="http://schemas.microsoft.com/office/powerpoint/2010/main" val="21943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84266D45-FF11-3C0A-E0F9-0324686BFDC1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FF"/>
                </a:solidFill>
                <a:latin typeface="Calibri"/>
              </a:rPr>
              <a:t>Step 1 — Insert  "pet"</a:t>
            </a:r>
          </a:p>
        </p:txBody>
      </p:sp>
      <p:cxnSp>
        <p:nvCxnSpPr>
          <p:cNvPr id="5" name="Connector 4"/>
          <p:cNvCxnSpPr>
            <a:cxnSpLocks/>
            <a:endCxn id="19" idx="0"/>
          </p:cNvCxnSpPr>
          <p:nvPr/>
        </p:nvCxnSpPr>
        <p:spPr>
          <a:xfrm flipH="1">
            <a:off x="5637276" y="539496"/>
            <a:ext cx="420624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  <a:endCxn id="33" idx="0"/>
          </p:cNvCxnSpPr>
          <p:nvPr/>
        </p:nvCxnSpPr>
        <p:spPr>
          <a:xfrm>
            <a:off x="5637276" y="1179576"/>
            <a:ext cx="1051560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BBCC06-2DE3-5A72-2C39-28D29461EEA0}"/>
              </a:ext>
            </a:extLst>
          </p:cNvPr>
          <p:cNvSpPr txBox="1"/>
          <p:nvPr/>
        </p:nvSpPr>
        <p:spPr>
          <a:xfrm>
            <a:off x="10145268" y="966793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9900"/>
                </a:solidFill>
                <a:latin typeface="Calibri"/>
              </a:rPr>
              <a:t>✓ pet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FB68E24-AF07-E3EB-C376-0FAE8CA82876}"/>
              </a:ext>
            </a:extLst>
          </p:cNvPr>
          <p:cNvSpPr/>
          <p:nvPr/>
        </p:nvSpPr>
        <p:spPr>
          <a:xfrm>
            <a:off x="6830568" y="1536192"/>
            <a:ext cx="283464" cy="283464"/>
          </a:xfrm>
          <a:prstGeom prst="rect">
            <a:avLst/>
          </a:prstGeom>
          <a:solidFill>
            <a:srgbClr val="FFFF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 dirty="0">
                <a:solidFill>
                  <a:srgbClr val="667788"/>
                </a:solidFill>
                <a:latin typeface="Calibri"/>
              </a:rPr>
              <a:t>Walk P → E → T, creating nodes as needed. Mark T node as end-of-word.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A8BAF-155C-BFFF-6746-1C3AE78F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3C6FABB7-0ED2-961D-9A63-E64250C7509F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2B8F4C-CDAC-E473-65FD-46F34E1775D9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548BAB-61C9-B0C8-8860-73215799366A}"/>
              </a:ext>
            </a:extLst>
          </p:cNvPr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FF"/>
                </a:solidFill>
                <a:latin typeface="Calibri"/>
              </a:rPr>
              <a:t>Step </a:t>
            </a:r>
            <a:r>
              <a:rPr lang="en-US" sz="2400" b="1" i="0" dirty="0">
                <a:solidFill>
                  <a:srgbClr val="00D4FF"/>
                </a:solidFill>
                <a:latin typeface="Calibri"/>
              </a:rPr>
              <a:t>2</a:t>
            </a:r>
            <a:r>
              <a:rPr sz="2400" b="1" i="0" dirty="0">
                <a:solidFill>
                  <a:srgbClr val="00D4FF"/>
                </a:solidFill>
                <a:latin typeface="Calibri"/>
              </a:rPr>
              <a:t> — Insert "pet</a:t>
            </a:r>
            <a:r>
              <a:rPr lang="en-US" sz="2400" b="1" i="0" dirty="0">
                <a:solidFill>
                  <a:srgbClr val="00D4FF"/>
                </a:solidFill>
                <a:latin typeface="Calibri"/>
              </a:rPr>
              <a:t>s</a:t>
            </a:r>
            <a:r>
              <a:rPr sz="2400" b="1" i="0" dirty="0">
                <a:solidFill>
                  <a:srgbClr val="00D4FF"/>
                </a:solidFill>
                <a:latin typeface="Calibri"/>
              </a:rPr>
              <a:t>"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EA59D2E-6EF3-B393-B903-8FBB90925228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5637276" y="539496"/>
            <a:ext cx="420624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E8C3B98-7153-91FB-390D-A0BF319561C6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5637276" y="1179576"/>
            <a:ext cx="1051560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5BEC378-85C0-667A-0EDA-0F885A2ADFD7}"/>
              </a:ext>
            </a:extLst>
          </p:cNvPr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3FF3DE-747F-ECAB-FD2E-D4AC2C70B487}"/>
              </a:ext>
            </a:extLst>
          </p:cNvPr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9E750-2C14-74FD-37C5-BA9A99B79582}"/>
              </a:ext>
            </a:extLst>
          </p:cNvPr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AA88DF-A0CC-F1D2-4B2B-D9D3436DC158}"/>
              </a:ext>
            </a:extLst>
          </p:cNvPr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8E6D3F-2613-7738-2694-3EE597376136}"/>
              </a:ext>
            </a:extLst>
          </p:cNvPr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93BA45-6B10-4405-0188-5743A0558B07}"/>
              </a:ext>
            </a:extLst>
          </p:cNvPr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7C65C7-5704-A264-ACBC-E70908525B62}"/>
              </a:ext>
            </a:extLst>
          </p:cNvPr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DACE0-4B1D-01B6-DF10-DE397E0053E1}"/>
              </a:ext>
            </a:extLst>
          </p:cNvPr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7376C-B122-A6C3-8FE4-3D0DB9C145A3}"/>
              </a:ext>
            </a:extLst>
          </p:cNvPr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E55C45-A5E5-771F-6D09-EB1EAEF8DCB2}"/>
              </a:ext>
            </a:extLst>
          </p:cNvPr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D4C8BD-DD1C-5C0B-AE60-EC4CB8E76D79}"/>
              </a:ext>
            </a:extLst>
          </p:cNvPr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9450F-0D8C-2BBE-8CAD-A62A892E8F5A}"/>
              </a:ext>
            </a:extLst>
          </p:cNvPr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F7EEF8-8727-B0D6-4BB8-E15D8E02D2FE}"/>
              </a:ext>
            </a:extLst>
          </p:cNvPr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D91E4E-0714-E5F6-92C2-CCD0F52334DB}"/>
              </a:ext>
            </a:extLst>
          </p:cNvPr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A5E9CA-1EB1-1C45-92FA-E02DD23022B0}"/>
              </a:ext>
            </a:extLst>
          </p:cNvPr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A23B8C-6CD7-1426-912A-2A2D3253F179}"/>
              </a:ext>
            </a:extLst>
          </p:cNvPr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541136-4AD7-C0EA-C47A-0C1C5BFB31BB}"/>
              </a:ext>
            </a:extLst>
          </p:cNvPr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A16BC2-C7C1-7FAA-844F-BF85756BB5EE}"/>
              </a:ext>
            </a:extLst>
          </p:cNvPr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840555-E963-70A4-C5E9-F89D231C5F00}"/>
              </a:ext>
            </a:extLst>
          </p:cNvPr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245FA0-05EC-0593-EBAB-9EA6F163A610}"/>
              </a:ext>
            </a:extLst>
          </p:cNvPr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7723C2-51D1-2A9E-826F-A57D637753D5}"/>
              </a:ext>
            </a:extLst>
          </p:cNvPr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5D9E42-FCF0-099E-11AB-04888A5E12A9}"/>
              </a:ext>
            </a:extLst>
          </p:cNvPr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510597-A216-CFBC-4AF7-A8E869EF1AB1}"/>
              </a:ext>
            </a:extLst>
          </p:cNvPr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6C5B77-64E6-34D3-45E0-652C4681E19B}"/>
              </a:ext>
            </a:extLst>
          </p:cNvPr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B4DA70-A2DC-6770-2019-DE4206E794B4}"/>
              </a:ext>
            </a:extLst>
          </p:cNvPr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FA786D-249C-8520-EA65-430875E56405}"/>
              </a:ext>
            </a:extLst>
          </p:cNvPr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687EF7-68AD-A0BC-CC19-457F472DB68D}"/>
              </a:ext>
            </a:extLst>
          </p:cNvPr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AF6959-6729-E5FA-5360-2D826C900500}"/>
              </a:ext>
            </a:extLst>
          </p:cNvPr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05880C-AB60-CD97-F2D1-BE0ECED50D1F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324B40-9C1F-FB6C-954A-D18F444A640B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F29353-0012-D9DB-5E80-94798CE9F19E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12A113-A683-BE7B-216D-E844CF9AE547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13DFF4-F3A9-F531-FACD-6AD0D0E11441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13A146-B730-1076-AEBA-1002903B99F8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F21D9C-47A5-A99D-DE62-78F0B550BA1E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F37606-E866-35C7-7A3D-E76529D3B70D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2D9D6C-DABA-C6EF-1388-F8AC0BAC80EF}"/>
              </a:ext>
            </a:extLst>
          </p:cNvPr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882200-7B4C-08C0-C646-1E57653899A7}"/>
              </a:ext>
            </a:extLst>
          </p:cNvPr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4F7A5B-F418-630C-EA41-046F0489DDC0}"/>
              </a:ext>
            </a:extLst>
          </p:cNvPr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FA6778-3D90-3F28-6EDF-5D328054E69F}"/>
              </a:ext>
            </a:extLst>
          </p:cNvPr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F7F5DA-1A33-1AED-50CD-4981879419B5}"/>
              </a:ext>
            </a:extLst>
          </p:cNvPr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6A7ED17-F8AA-BF73-CE0B-7C7418558C4B}"/>
              </a:ext>
            </a:extLst>
          </p:cNvPr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CF0723-BC15-400D-3FA5-BD40A16196FC}"/>
              </a:ext>
            </a:extLst>
          </p:cNvPr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92136F-35EF-23C0-7278-4A90BA3FEF83}"/>
              </a:ext>
            </a:extLst>
          </p:cNvPr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DAB49F-93C2-BAF7-4337-E183E1B1E5C1}"/>
              </a:ext>
            </a:extLst>
          </p:cNvPr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0A3A0A-6473-0427-6760-2FCD3FFFF30F}"/>
              </a:ext>
            </a:extLst>
          </p:cNvPr>
          <p:cNvSpPr txBox="1"/>
          <p:nvPr/>
        </p:nvSpPr>
        <p:spPr>
          <a:xfrm>
            <a:off x="10145268" y="966793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bg1"/>
                </a:solidFill>
                <a:latin typeface="Calibri"/>
              </a:rPr>
              <a:t>✓ pet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214649D-13ED-B2D7-1499-591753BF2E36}"/>
              </a:ext>
            </a:extLst>
          </p:cNvPr>
          <p:cNvSpPr/>
          <p:nvPr/>
        </p:nvSpPr>
        <p:spPr>
          <a:xfrm>
            <a:off x="6830568" y="1536192"/>
            <a:ext cx="283464" cy="283464"/>
          </a:xfrm>
          <a:prstGeom prst="rect">
            <a:avLst/>
          </a:prstGeom>
          <a:solidFill>
            <a:srgbClr val="00B05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28A183-BC2F-F965-60F9-3CAE84E969EE}"/>
              </a:ext>
            </a:extLst>
          </p:cNvPr>
          <p:cNvSpPr txBox="1"/>
          <p:nvPr/>
        </p:nvSpPr>
        <p:spPr>
          <a:xfrm>
            <a:off x="10321722" y="1439076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9900"/>
                </a:solidFill>
                <a:latin typeface="Calibri"/>
              </a:rPr>
              <a:t>pet</a:t>
            </a:r>
          </a:p>
        </p:txBody>
      </p:sp>
    </p:spTree>
    <p:extLst>
      <p:ext uri="{BB962C8B-B14F-4D97-AF65-F5344CB8AC3E}">
        <p14:creationId xmlns:p14="http://schemas.microsoft.com/office/powerpoint/2010/main" val="376104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FF"/>
                </a:solidFill>
                <a:latin typeface="Calibri"/>
              </a:rPr>
              <a:t>Step 2 — Insert  "pets"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" y="457200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 dirty="0">
                <a:solidFill>
                  <a:srgbClr val="667788"/>
                </a:solidFill>
                <a:latin typeface="Calibri"/>
              </a:rPr>
              <a:t>P → E → T already exist. Add S child to the "pet" node.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C608840-3FE2-CDA5-95F5-34F663664414}"/>
              </a:ext>
            </a:extLst>
          </p:cNvPr>
          <p:cNvSpPr/>
          <p:nvPr/>
        </p:nvSpPr>
        <p:spPr>
          <a:xfrm>
            <a:off x="6809993" y="1542123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E0A6866-6A5C-0893-947D-CFACAC3E2C5C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4350C8-2E81-E3BB-05CC-897794F38312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307175-D11C-8B76-145C-03B8FF6368DC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9DE6A7A-4F4B-9CF7-5D9E-2FF2B614A4D8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731FD87-D9C1-6037-5065-C05B9F66D9D3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ED368E2-1033-9661-F60B-96E75E46BB1F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AF30C1-1A18-BB86-B5BF-6D2F4419AC4F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58AF95-5BA1-AFE1-31F9-CCC6ADF79F7C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B641F3C-55D1-C723-F7A3-A8A157177E33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93028D-B826-B9C4-63EC-A93F0EF1C1DC}"/>
              </a:ext>
            </a:extLst>
          </p:cNvPr>
          <p:cNvSpPr txBox="1"/>
          <p:nvPr/>
        </p:nvSpPr>
        <p:spPr>
          <a:xfrm>
            <a:off x="10145268" y="966793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bg1"/>
                </a:solidFill>
                <a:latin typeface="Calibri"/>
              </a:rPr>
              <a:t>✓ pet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BABBB6-298E-2653-1E1C-4E2D371D055F}"/>
              </a:ext>
            </a:extLst>
          </p:cNvPr>
          <p:cNvSpPr txBox="1"/>
          <p:nvPr/>
        </p:nvSpPr>
        <p:spPr>
          <a:xfrm>
            <a:off x="10321722" y="1439076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FF9900"/>
                </a:solidFill>
                <a:latin typeface="Calibri"/>
              </a:rPr>
              <a:t>pet</a:t>
            </a:r>
            <a:r>
              <a:rPr lang="en-US" sz="1500" b="1" i="0" dirty="0">
                <a:solidFill>
                  <a:srgbClr val="FF9900"/>
                </a:solidFill>
                <a:latin typeface="Calibri"/>
              </a:rPr>
              <a:t>s</a:t>
            </a:r>
            <a:endParaRPr sz="1500" b="1" i="0" dirty="0">
              <a:solidFill>
                <a:srgbClr val="FF99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88566-13CF-F0CC-2CCF-C9FAD968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82C45-5DB4-104E-78E3-83BF1F8140D6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36BED-1FA1-E2A3-C76E-A9E4F95A9818}"/>
              </a:ext>
            </a:extLst>
          </p:cNvPr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FF"/>
                </a:solidFill>
                <a:latin typeface="Calibri"/>
              </a:rPr>
              <a:t>Step 2 — Insert  "pets"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D2AB9-6B87-3752-F0C8-DFA251578878}"/>
              </a:ext>
            </a:extLst>
          </p:cNvPr>
          <p:cNvSpPr txBox="1"/>
          <p:nvPr/>
        </p:nvSpPr>
        <p:spPr>
          <a:xfrm>
            <a:off x="192024" y="457200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 dirty="0">
                <a:solidFill>
                  <a:srgbClr val="667788"/>
                </a:solidFill>
                <a:latin typeface="Calibri"/>
              </a:rPr>
              <a:t>P → E → T already exist. Add S child to the "pet" node.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423148A8-F02D-8CFC-6EE6-CDDF33534A31}"/>
              </a:ext>
            </a:extLst>
          </p:cNvPr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23BB328-7AA9-2C56-21A3-BB0DE591EA15}"/>
              </a:ext>
            </a:extLst>
          </p:cNvPr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EB673AED-3973-B19F-3BCF-A740526D2110}"/>
              </a:ext>
            </a:extLst>
          </p:cNvPr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2C1C58F-9973-5914-A9F7-333EBCC18F5E}"/>
              </a:ext>
            </a:extLst>
          </p:cNvPr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9CD7EA-9BCE-C878-AB5A-C0085188FFD3}"/>
              </a:ext>
            </a:extLst>
          </p:cNvPr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B2645-2776-375E-A865-9618B72C64F1}"/>
              </a:ext>
            </a:extLst>
          </p:cNvPr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A2E26E-EFC6-63FD-4AAE-16F9C5980170}"/>
              </a:ext>
            </a:extLst>
          </p:cNvPr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B73A4-E87D-3C32-5E97-7AB33676E501}"/>
              </a:ext>
            </a:extLst>
          </p:cNvPr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68220B-0EC0-4E3E-E5FE-6FA289F6D9BE}"/>
              </a:ext>
            </a:extLst>
          </p:cNvPr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FD291E-1C1B-1C73-1FB2-13AE87310C22}"/>
              </a:ext>
            </a:extLst>
          </p:cNvPr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ECB31-19BE-914F-4796-03C57643069C}"/>
              </a:ext>
            </a:extLst>
          </p:cNvPr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06A987-671E-205A-F7E3-92FF77F18BC6}"/>
              </a:ext>
            </a:extLst>
          </p:cNvPr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7E104F-85ED-204B-D22F-811D3F69055C}"/>
              </a:ext>
            </a:extLst>
          </p:cNvPr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B15A90-4C87-BDDB-C3B3-710AA9A1FA37}"/>
              </a:ext>
            </a:extLst>
          </p:cNvPr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2D42B4-59F3-4063-23E9-766B0E227AA8}"/>
              </a:ext>
            </a:extLst>
          </p:cNvPr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2F2BDB-772B-5539-A58E-9BDB4B67106F}"/>
              </a:ext>
            </a:extLst>
          </p:cNvPr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8D5D11-DE30-9601-FC9A-4A35C77BB36F}"/>
              </a:ext>
            </a:extLst>
          </p:cNvPr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292DCD-9E68-868A-DA31-03F1FA27C12F}"/>
              </a:ext>
            </a:extLst>
          </p:cNvPr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30160A-2D7C-FF06-FF94-30CCC7326E16}"/>
              </a:ext>
            </a:extLst>
          </p:cNvPr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CF6902-D498-E5BE-D871-3D318C727B76}"/>
              </a:ext>
            </a:extLst>
          </p:cNvPr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A51332-4841-74D5-3EEE-8C97E0272568}"/>
              </a:ext>
            </a:extLst>
          </p:cNvPr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D7F71E-EB67-A9FB-E363-2B5CF7A5D33B}"/>
              </a:ext>
            </a:extLst>
          </p:cNvPr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4CB09A-5315-8A6B-51E7-4595CDD3375E}"/>
              </a:ext>
            </a:extLst>
          </p:cNvPr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A49AB5-CB52-2D93-88A4-803B010BBCD9}"/>
              </a:ext>
            </a:extLst>
          </p:cNvPr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9EF7F3-00BF-AB7F-6F12-26A4464A3414}"/>
              </a:ext>
            </a:extLst>
          </p:cNvPr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16A66E-1630-1DA5-054E-C2E5D463ABF3}"/>
              </a:ext>
            </a:extLst>
          </p:cNvPr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2595DE-28FB-A115-C40A-87D32465E982}"/>
              </a:ext>
            </a:extLst>
          </p:cNvPr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807AC3-A74E-C0ED-6FC9-86FC7F05A8EF}"/>
              </a:ext>
            </a:extLst>
          </p:cNvPr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83429D-E63F-30DE-AA6B-D044C238D7B4}"/>
              </a:ext>
            </a:extLst>
          </p:cNvPr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FB2435-A535-6B53-BD16-50AC368658FF}"/>
              </a:ext>
            </a:extLst>
          </p:cNvPr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2FD51C-11B3-96B9-9D51-35CCDDC3A85B}"/>
              </a:ext>
            </a:extLst>
          </p:cNvPr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44124D-D4D4-B3E3-4106-13FF65FE8740}"/>
              </a:ext>
            </a:extLst>
          </p:cNvPr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678C14-4281-DEA0-E77C-D23D6B2A6AAD}"/>
              </a:ext>
            </a:extLst>
          </p:cNvPr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A21A027-9082-8815-6553-3137B2E283D0}"/>
              </a:ext>
            </a:extLst>
          </p:cNvPr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FA46A07-6FCB-B1DD-98F6-7727E57A16A5}"/>
              </a:ext>
            </a:extLst>
          </p:cNvPr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BCB539-C3DC-EDDF-92B5-E3BDD101DFB6}"/>
              </a:ext>
            </a:extLst>
          </p:cNvPr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CFE624A-332E-9796-15DE-75CB1FB68EBF}"/>
              </a:ext>
            </a:extLst>
          </p:cNvPr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BEBAF5-170A-A660-E609-3AA523A1FE67}"/>
              </a:ext>
            </a:extLst>
          </p:cNvPr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E41EFF-D19F-8899-F21D-71BC8A9C1057}"/>
              </a:ext>
            </a:extLst>
          </p:cNvPr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7ABD92-C9A7-5B53-8414-6DD0F5A0CA8A}"/>
              </a:ext>
            </a:extLst>
          </p:cNvPr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537EE99-4F89-0345-F2DD-5514277BC796}"/>
              </a:ext>
            </a:extLst>
          </p:cNvPr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420F5B0-FB06-DFE5-340E-44105C6B4256}"/>
              </a:ext>
            </a:extLst>
          </p:cNvPr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E6BE0D2-8AA4-E8F6-2312-B831DDD3DC45}"/>
              </a:ext>
            </a:extLst>
          </p:cNvPr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08937B-2FF6-55A7-5943-C5B0756A6401}"/>
              </a:ext>
            </a:extLst>
          </p:cNvPr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2D75243-C597-EAD2-8877-ACEC4CA01F35}"/>
              </a:ext>
            </a:extLst>
          </p:cNvPr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2E1127-0F32-4C2E-6814-8F57039509C6}"/>
              </a:ext>
            </a:extLst>
          </p:cNvPr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2001652-B70E-9E81-9A93-E5E4BFC1EC10}"/>
              </a:ext>
            </a:extLst>
          </p:cNvPr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FA0454-52E9-CF25-A182-4339A34F8D94}"/>
              </a:ext>
            </a:extLst>
          </p:cNvPr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11306EE-6697-CEAE-D4D4-5E1B6C39A7A8}"/>
              </a:ext>
            </a:extLst>
          </p:cNvPr>
          <p:cNvSpPr/>
          <p:nvPr/>
        </p:nvSpPr>
        <p:spPr>
          <a:xfrm>
            <a:off x="6809993" y="1542123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1B77CB1-7B98-B826-9E98-FF6A6EAF56EC}"/>
              </a:ext>
            </a:extLst>
          </p:cNvPr>
          <p:cNvSpPr/>
          <p:nvPr/>
        </p:nvSpPr>
        <p:spPr>
          <a:xfrm>
            <a:off x="9656063" y="2163915"/>
            <a:ext cx="283464" cy="283464"/>
          </a:xfrm>
          <a:prstGeom prst="rect">
            <a:avLst/>
          </a:prstGeom>
          <a:solidFill>
            <a:srgbClr val="FFFF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DEC222-DA63-F5A7-2C4E-B5842C2A7016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763E21-7D6C-A4DE-71AC-EB6DEBB6792E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DB2C1B-EE90-14AD-6532-926409B2C48B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EBFFEF2-9A22-AADB-8A17-1709B5D0B31E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BBBF1A1-350A-D475-5EBD-C0589C46A994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0DAFD5-1E81-6B55-83DE-D588D3DB3EFA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34489E-F36D-E051-188D-3CC874DC042B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1CBC6B4-4844-63C2-718A-1AE7CD9E2AEA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B680FA-9894-741E-ED21-7F026B932467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D24480D-94A6-20C1-7256-8635595882BB}"/>
              </a:ext>
            </a:extLst>
          </p:cNvPr>
          <p:cNvSpPr txBox="1"/>
          <p:nvPr/>
        </p:nvSpPr>
        <p:spPr>
          <a:xfrm>
            <a:off x="10145268" y="966793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bg1"/>
                </a:solidFill>
                <a:latin typeface="Calibri"/>
              </a:rPr>
              <a:t>✓ pet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0FD8227-9996-6EF5-60E8-5085FA25B381}"/>
              </a:ext>
            </a:extLst>
          </p:cNvPr>
          <p:cNvSpPr txBox="1"/>
          <p:nvPr/>
        </p:nvSpPr>
        <p:spPr>
          <a:xfrm>
            <a:off x="10142424" y="1426719"/>
            <a:ext cx="1863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FF9900"/>
                </a:solidFill>
              </a:rPr>
              <a:t>✓ </a:t>
            </a:r>
            <a:r>
              <a:rPr sz="1500" b="1" i="0" dirty="0">
                <a:solidFill>
                  <a:srgbClr val="FF9900"/>
                </a:solidFill>
                <a:latin typeface="Calibri"/>
              </a:rPr>
              <a:t>pet</a:t>
            </a:r>
            <a:r>
              <a:rPr lang="en-US" sz="1500" b="1" i="0" dirty="0">
                <a:solidFill>
                  <a:srgbClr val="FF9900"/>
                </a:solidFill>
                <a:latin typeface="Calibri"/>
              </a:rPr>
              <a:t>s</a:t>
            </a:r>
            <a:endParaRPr sz="1500" b="1" i="0" dirty="0">
              <a:solidFill>
                <a:srgbClr val="FF99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523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C2F13-9578-FCE4-80EB-E220EF0BF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1C1338-9C2E-14C0-36EB-F09AF08349C4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47151-94F5-85AD-C704-FFE773D2C0D2}"/>
              </a:ext>
            </a:extLst>
          </p:cNvPr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FF"/>
                </a:solidFill>
                <a:latin typeface="Calibri"/>
              </a:rPr>
              <a:t>Step 2 — Insert  "pets"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886DF-E68D-6884-29E3-856808FDD301}"/>
              </a:ext>
            </a:extLst>
          </p:cNvPr>
          <p:cNvSpPr txBox="1"/>
          <p:nvPr/>
        </p:nvSpPr>
        <p:spPr>
          <a:xfrm>
            <a:off x="192024" y="64008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 dirty="0">
                <a:solidFill>
                  <a:srgbClr val="667788"/>
                </a:solidFill>
                <a:latin typeface="Calibri"/>
              </a:rPr>
              <a:t>P → E → T already exist. Add S child to the "pet" node.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07597FD-40B3-5572-D4E3-6322D85CE619}"/>
              </a:ext>
            </a:extLst>
          </p:cNvPr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B8D4F39-28F8-DF53-521F-8EE60AC6C3E7}"/>
              </a:ext>
            </a:extLst>
          </p:cNvPr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AC4E6C2-F09D-4543-F60A-63166A08547E}"/>
              </a:ext>
            </a:extLst>
          </p:cNvPr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A6B120A-9A11-E396-75E6-6A2F5AC6EAEF}"/>
              </a:ext>
            </a:extLst>
          </p:cNvPr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B0ECAF-E840-1085-C492-621AE89AA1F7}"/>
              </a:ext>
            </a:extLst>
          </p:cNvPr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61F0FE-A07B-3DE0-CF00-DB1737EDEF36}"/>
              </a:ext>
            </a:extLst>
          </p:cNvPr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CF0939-AD67-D7D8-1DFE-BCE61DEEBE2A}"/>
              </a:ext>
            </a:extLst>
          </p:cNvPr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1DB63F-44AA-A4ED-F8B0-09DBB2F8590F}"/>
              </a:ext>
            </a:extLst>
          </p:cNvPr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A82707-7C28-FAD0-AF0B-C6CAE336DA51}"/>
              </a:ext>
            </a:extLst>
          </p:cNvPr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65D812-610F-D78F-32F0-FE8FB056B5F8}"/>
              </a:ext>
            </a:extLst>
          </p:cNvPr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892CC-D02A-B9BE-5FDC-556815D6742E}"/>
              </a:ext>
            </a:extLst>
          </p:cNvPr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FD9026-8301-7AB8-C735-DD4E86D9991E}"/>
              </a:ext>
            </a:extLst>
          </p:cNvPr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421EFC-28E7-668C-57CE-213141E10199}"/>
              </a:ext>
            </a:extLst>
          </p:cNvPr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6BE712-877D-6773-15B5-D1582BB02FE1}"/>
              </a:ext>
            </a:extLst>
          </p:cNvPr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8A77CC-F163-A300-AB41-F863511B8D79}"/>
              </a:ext>
            </a:extLst>
          </p:cNvPr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9FECDE-F34C-8EC9-8BF9-2C813E2D023A}"/>
              </a:ext>
            </a:extLst>
          </p:cNvPr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78C4A7-3228-2450-8A8D-883D06A148A0}"/>
              </a:ext>
            </a:extLst>
          </p:cNvPr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DDE498-85C8-4690-8D15-0DD007FC0EAE}"/>
              </a:ext>
            </a:extLst>
          </p:cNvPr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290560-B8ED-2DF7-194B-CA08F1076BE2}"/>
              </a:ext>
            </a:extLst>
          </p:cNvPr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FC4846-8439-10F3-3BC3-AB1624A6F4DB}"/>
              </a:ext>
            </a:extLst>
          </p:cNvPr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489727-80A0-4763-82EB-2D9585165B74}"/>
              </a:ext>
            </a:extLst>
          </p:cNvPr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7BD169-3383-ADE5-B866-156BEA9D5AFB}"/>
              </a:ext>
            </a:extLst>
          </p:cNvPr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FC8299-65D9-FE97-40E0-87E1F8038457}"/>
              </a:ext>
            </a:extLst>
          </p:cNvPr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3A7BF0-2676-437A-2293-944AEEB786AF}"/>
              </a:ext>
            </a:extLst>
          </p:cNvPr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2176EA-E1F4-5405-6ED5-E1A54053B6B2}"/>
              </a:ext>
            </a:extLst>
          </p:cNvPr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A71E43-03CB-6442-477F-74906A3C03F4}"/>
              </a:ext>
            </a:extLst>
          </p:cNvPr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FC4944-D15D-41B5-8A12-56D43E92A87A}"/>
              </a:ext>
            </a:extLst>
          </p:cNvPr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04A86F-0558-AB50-C875-C767C1F8CB12}"/>
              </a:ext>
            </a:extLst>
          </p:cNvPr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D1AC79-239D-5003-3164-0E121B4AFC3E}"/>
              </a:ext>
            </a:extLst>
          </p:cNvPr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2FE376-1AAF-6814-DFFC-8627199CD496}"/>
              </a:ext>
            </a:extLst>
          </p:cNvPr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70353D-4B4A-AE58-CFE8-7741C1EF1089}"/>
              </a:ext>
            </a:extLst>
          </p:cNvPr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A28D5A-3FB2-4729-27B6-5A0EF7A6F419}"/>
              </a:ext>
            </a:extLst>
          </p:cNvPr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E4E5DF3-D7CB-FB14-568C-A2F4C2DA157B}"/>
              </a:ext>
            </a:extLst>
          </p:cNvPr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3D7BCF-0182-2DF3-A5B9-563D05A5E5CD}"/>
              </a:ext>
            </a:extLst>
          </p:cNvPr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877398-4998-EBCB-1C4C-EF644C68C749}"/>
              </a:ext>
            </a:extLst>
          </p:cNvPr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BB2E155-2549-44A4-2F1D-26D5A6D44374}"/>
              </a:ext>
            </a:extLst>
          </p:cNvPr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ABFF55-6278-9385-6A4F-2F4544A5F68D}"/>
              </a:ext>
            </a:extLst>
          </p:cNvPr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223BF1-F8DB-8700-713F-57BEFE68EBB5}"/>
              </a:ext>
            </a:extLst>
          </p:cNvPr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686E04-5882-31CE-D539-A03531124380}"/>
              </a:ext>
            </a:extLst>
          </p:cNvPr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740EBE-2B30-864C-02D9-DE7EA719BBA5}"/>
              </a:ext>
            </a:extLst>
          </p:cNvPr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177861E-C981-475D-0A32-507FE6A9663E}"/>
              </a:ext>
            </a:extLst>
          </p:cNvPr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2B81EF-79BD-34D5-8EE0-BC8CF6294F2F}"/>
              </a:ext>
            </a:extLst>
          </p:cNvPr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A7B717-83D2-344C-952B-85C504ABF5BC}"/>
              </a:ext>
            </a:extLst>
          </p:cNvPr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DF94D23-222E-E0E7-528C-5E5912D22071}"/>
              </a:ext>
            </a:extLst>
          </p:cNvPr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BD54BAE-CC6E-CDF5-91BE-04673D43AF1B}"/>
              </a:ext>
            </a:extLst>
          </p:cNvPr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763569-22DD-3F31-80F5-9E3269446388}"/>
              </a:ext>
            </a:extLst>
          </p:cNvPr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D0A138B-79C5-8E41-23AC-11AD6957AB33}"/>
              </a:ext>
            </a:extLst>
          </p:cNvPr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5FF201-30CF-7E36-4CEC-7697A9A30B8A}"/>
              </a:ext>
            </a:extLst>
          </p:cNvPr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EF03669-E7DD-CE68-BF0C-8E61D45FB6D7}"/>
              </a:ext>
            </a:extLst>
          </p:cNvPr>
          <p:cNvSpPr/>
          <p:nvPr/>
        </p:nvSpPr>
        <p:spPr>
          <a:xfrm>
            <a:off x="6809993" y="1542123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8F837B6-E2FC-D090-DD61-A5AECD119698}"/>
              </a:ext>
            </a:extLst>
          </p:cNvPr>
          <p:cNvSpPr/>
          <p:nvPr/>
        </p:nvSpPr>
        <p:spPr>
          <a:xfrm>
            <a:off x="9656063" y="2175036"/>
            <a:ext cx="283464" cy="283464"/>
          </a:xfrm>
          <a:prstGeom prst="rect">
            <a:avLst/>
          </a:prstGeom>
          <a:solidFill>
            <a:srgbClr val="00B05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CE2A679-27D6-4968-7B40-3D68E5283B1B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587C73-56A8-A1A7-00D4-C5062DB7F04D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507AA6-1FD6-3E79-EF09-D6C2FE8BD97A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B4353C-11CB-2803-C40F-D079787C776C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0F59A30-8682-95AE-480A-0201BAFD5CD1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1DA7501-BE21-21FE-9ABA-6F55A4B139C1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31B306-0122-1CE6-80C7-9A743752BE0B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BF17D10-AF6F-B458-1E11-ED32DF576B4C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669749-C1EC-29DF-9AA9-F200BAA82C1B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EF011EF-CF98-03D5-D73C-568E327A723B}"/>
              </a:ext>
            </a:extLst>
          </p:cNvPr>
          <p:cNvSpPr txBox="1"/>
          <p:nvPr/>
        </p:nvSpPr>
        <p:spPr>
          <a:xfrm>
            <a:off x="10145268" y="966793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bg1"/>
                </a:solidFill>
                <a:latin typeface="Calibri"/>
              </a:rPr>
              <a:t>✓ pet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DC54E2E-751D-77BA-35BD-55ACB1B007CC}"/>
              </a:ext>
            </a:extLst>
          </p:cNvPr>
          <p:cNvSpPr txBox="1"/>
          <p:nvPr/>
        </p:nvSpPr>
        <p:spPr>
          <a:xfrm>
            <a:off x="10142424" y="1426719"/>
            <a:ext cx="1863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✓ </a:t>
            </a:r>
            <a:r>
              <a:rPr sz="1500" b="1" i="0" dirty="0">
                <a:solidFill>
                  <a:schemeClr val="bg1"/>
                </a:solidFill>
                <a:latin typeface="Calibri"/>
              </a:rPr>
              <a:t>pet</a:t>
            </a:r>
            <a:r>
              <a:rPr lang="en-US" sz="1500" b="1" i="0" dirty="0">
                <a:solidFill>
                  <a:schemeClr val="bg1"/>
                </a:solidFill>
                <a:latin typeface="Calibri"/>
              </a:rPr>
              <a:t>s</a:t>
            </a:r>
            <a:endParaRPr sz="1500" b="1" i="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68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D3A2C-7EAB-D21A-3B90-251D1B4B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925448-0A26-0AED-2FD9-9420CEF956B3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6EBBEA-B310-FA45-9E24-60DA27EABB6A}"/>
              </a:ext>
            </a:extLst>
          </p:cNvPr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D4FF"/>
                </a:solidFill>
              </a:rPr>
              <a:t>Step 3 — Insert  "peter"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2C23452-33FD-4738-BC67-902758FE4E5F}"/>
              </a:ext>
            </a:extLst>
          </p:cNvPr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CD58A6A-9CD2-A942-23C3-442E4617054D}"/>
              </a:ext>
            </a:extLst>
          </p:cNvPr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AB83743-9D6D-4EF2-09CC-7E7493530D8A}"/>
              </a:ext>
            </a:extLst>
          </p:cNvPr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6CE4F58-098A-667B-9310-38C033ED74EA}"/>
              </a:ext>
            </a:extLst>
          </p:cNvPr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9E1F7C-9B07-4092-60AC-10BE279FE226}"/>
              </a:ext>
            </a:extLst>
          </p:cNvPr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C79AA5-5F8B-4952-59E8-F4D51686EFC5}"/>
              </a:ext>
            </a:extLst>
          </p:cNvPr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C397BC-FE1F-45B0-4772-30881963D93A}"/>
              </a:ext>
            </a:extLst>
          </p:cNvPr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47105A-E431-C8D3-421F-E0950D266217}"/>
              </a:ext>
            </a:extLst>
          </p:cNvPr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D13E22-C34A-6B5E-BD5A-0DB8410E3E2E}"/>
              </a:ext>
            </a:extLst>
          </p:cNvPr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A48797-727E-AF50-A659-6818AE6346CE}"/>
              </a:ext>
            </a:extLst>
          </p:cNvPr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73DB61-3D62-DCD6-B5F9-CC18C9AFB3E3}"/>
              </a:ext>
            </a:extLst>
          </p:cNvPr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0ECA26-7733-8DE5-392B-10EBF471BC28}"/>
              </a:ext>
            </a:extLst>
          </p:cNvPr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727AC4-6E02-4BC4-524C-F88BFAB9043C}"/>
              </a:ext>
            </a:extLst>
          </p:cNvPr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ACEF45-4817-E063-25E2-FBD2F3794F6C}"/>
              </a:ext>
            </a:extLst>
          </p:cNvPr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765FE9-6F0E-CCE1-FF9D-ACE9E3DCE5FA}"/>
              </a:ext>
            </a:extLst>
          </p:cNvPr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AC047E-D2EA-1530-CC12-A609728974B1}"/>
              </a:ext>
            </a:extLst>
          </p:cNvPr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63A4B6-0F98-C610-BD7D-D49683CEFB5E}"/>
              </a:ext>
            </a:extLst>
          </p:cNvPr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E4F289-883A-0332-986A-A765580BB724}"/>
              </a:ext>
            </a:extLst>
          </p:cNvPr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7417D1-1B70-CA02-4FC4-8220E5E23408}"/>
              </a:ext>
            </a:extLst>
          </p:cNvPr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A58086-FD9B-F45D-A272-9B3EEC98478B}"/>
              </a:ext>
            </a:extLst>
          </p:cNvPr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B271CD-4870-63E1-3D2E-64FC885D6F31}"/>
              </a:ext>
            </a:extLst>
          </p:cNvPr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47BB1D-ED4C-20AE-3E85-0F80C4A59641}"/>
              </a:ext>
            </a:extLst>
          </p:cNvPr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40D81B-23C3-A8C1-B5CC-6596B22C9B0F}"/>
              </a:ext>
            </a:extLst>
          </p:cNvPr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264B78-B4CF-D1A3-566E-7EE335FB4B50}"/>
              </a:ext>
            </a:extLst>
          </p:cNvPr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558532-11BC-BAD8-2248-C17E73646FDB}"/>
              </a:ext>
            </a:extLst>
          </p:cNvPr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DE0E63-5ABF-BE62-DB76-BCDEA5CA0DB0}"/>
              </a:ext>
            </a:extLst>
          </p:cNvPr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41F398F-594E-CF9E-3EDA-38EF7158D0C8}"/>
              </a:ext>
            </a:extLst>
          </p:cNvPr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6AF622-A19E-A595-9A57-27F514F1ADCD}"/>
              </a:ext>
            </a:extLst>
          </p:cNvPr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52E903-464D-9E8A-C555-E134C2EC8FD7}"/>
              </a:ext>
            </a:extLst>
          </p:cNvPr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55BB2CA-9A4C-1031-24F4-B328AEE3C5A1}"/>
              </a:ext>
            </a:extLst>
          </p:cNvPr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0CA267-58AF-647F-F401-46C20C2D1AA1}"/>
              </a:ext>
            </a:extLst>
          </p:cNvPr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C35FD5-12C9-5D79-0104-DCB4CB2E250F}"/>
              </a:ext>
            </a:extLst>
          </p:cNvPr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349B69-A827-BBC2-BCD4-AD1E7C7634D9}"/>
              </a:ext>
            </a:extLst>
          </p:cNvPr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F94D95-97AF-2629-99AF-6965B97340C2}"/>
              </a:ext>
            </a:extLst>
          </p:cNvPr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7456AB-624C-7BDC-8909-0B8D17F703E3}"/>
              </a:ext>
            </a:extLst>
          </p:cNvPr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760C32-9001-A1B5-FA6B-16E711E73852}"/>
              </a:ext>
            </a:extLst>
          </p:cNvPr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C2BB6D-A4AE-CDC4-90FF-A7ED34388540}"/>
              </a:ext>
            </a:extLst>
          </p:cNvPr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63238F-DCDC-626A-C0F7-EA230BB42D3F}"/>
              </a:ext>
            </a:extLst>
          </p:cNvPr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C8C9FA-088E-4165-D2BC-E5B381581A02}"/>
              </a:ext>
            </a:extLst>
          </p:cNvPr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6519D1-2F5E-FE39-3002-B38E4129336E}"/>
              </a:ext>
            </a:extLst>
          </p:cNvPr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117FF88-26A6-F28D-D0AA-A19574116201}"/>
              </a:ext>
            </a:extLst>
          </p:cNvPr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D9DD4E-1574-8993-EC98-711C6F71C3AE}"/>
              </a:ext>
            </a:extLst>
          </p:cNvPr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5172876-378A-629E-0F0D-DB4918251510}"/>
              </a:ext>
            </a:extLst>
          </p:cNvPr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50C39E-7C8F-8581-B076-FA140241C3E4}"/>
              </a:ext>
            </a:extLst>
          </p:cNvPr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AFEDE0B-2C0D-FD99-FE09-4BB347783CBC}"/>
              </a:ext>
            </a:extLst>
          </p:cNvPr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515E07-7636-2CD8-6E7E-A7B358578DB3}"/>
              </a:ext>
            </a:extLst>
          </p:cNvPr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A8CFB12-5C1E-E5E3-9477-19A2C96D057C}"/>
              </a:ext>
            </a:extLst>
          </p:cNvPr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D9A0D2-3B7E-80F0-B3E0-820B641BF02D}"/>
              </a:ext>
            </a:extLst>
          </p:cNvPr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874886B-BF41-E4FB-8B85-7A1B5721F5C9}"/>
              </a:ext>
            </a:extLst>
          </p:cNvPr>
          <p:cNvSpPr/>
          <p:nvPr/>
        </p:nvSpPr>
        <p:spPr>
          <a:xfrm>
            <a:off x="6809993" y="1542123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2C4636A-C48E-2DD1-F7AF-6854943F42CE}"/>
              </a:ext>
            </a:extLst>
          </p:cNvPr>
          <p:cNvSpPr/>
          <p:nvPr/>
        </p:nvSpPr>
        <p:spPr>
          <a:xfrm>
            <a:off x="9656063" y="2175036"/>
            <a:ext cx="283464" cy="283464"/>
          </a:xfrm>
          <a:prstGeom prst="rect">
            <a:avLst/>
          </a:prstGeom>
          <a:solidFill>
            <a:srgbClr val="00B05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3E5056-F5FF-9519-9BD7-2B1F4C542A42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705EAE-BC26-8D44-4E10-50BE1764E71A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F76322-DB71-A10D-4FFC-8293A9D9055A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ECEC3A-1047-356D-D70B-6DBBCFA05239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0ECFB7-35E9-F93B-1DD2-7887B8C04875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C547392-8DBD-FEC2-4C81-2619D03FF297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CB8470-7ACB-354F-2394-A3B79A8E9A44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28270A-118C-4C59-9780-A2D6A8B49C98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ACBD28-64DC-943F-9E7B-1E66376650C8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DFBCA81-7AC2-7B98-2207-FC387870414F}"/>
              </a:ext>
            </a:extLst>
          </p:cNvPr>
          <p:cNvSpPr txBox="1"/>
          <p:nvPr/>
        </p:nvSpPr>
        <p:spPr>
          <a:xfrm>
            <a:off x="10145268" y="966793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bg1"/>
                </a:solidFill>
                <a:latin typeface="Calibri"/>
              </a:rPr>
              <a:t>✓ pet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EE2D74-0D13-FF4D-7C51-881D39AC2203}"/>
              </a:ext>
            </a:extLst>
          </p:cNvPr>
          <p:cNvSpPr txBox="1"/>
          <p:nvPr/>
        </p:nvSpPr>
        <p:spPr>
          <a:xfrm>
            <a:off x="10142424" y="1426719"/>
            <a:ext cx="1863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✓ </a:t>
            </a:r>
            <a:r>
              <a:rPr sz="1500" b="1" i="0" dirty="0">
                <a:solidFill>
                  <a:schemeClr val="bg1"/>
                </a:solidFill>
                <a:latin typeface="Calibri"/>
              </a:rPr>
              <a:t>pet</a:t>
            </a:r>
            <a:r>
              <a:rPr lang="en-US" sz="1500" b="1" i="0" dirty="0">
                <a:solidFill>
                  <a:schemeClr val="bg1"/>
                </a:solidFill>
                <a:latin typeface="Calibri"/>
              </a:rPr>
              <a:t>s</a:t>
            </a:r>
            <a:endParaRPr sz="15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BD896-2442-4FB2-493B-9C739604EA81}"/>
              </a:ext>
            </a:extLst>
          </p:cNvPr>
          <p:cNvSpPr txBox="1"/>
          <p:nvPr/>
        </p:nvSpPr>
        <p:spPr>
          <a:xfrm>
            <a:off x="10233040" y="1893711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accent6"/>
                </a:solidFill>
                <a:latin typeface="Calibri"/>
              </a:rPr>
              <a:t>  peter</a:t>
            </a:r>
          </a:p>
        </p:txBody>
      </p:sp>
    </p:spTree>
    <p:extLst>
      <p:ext uri="{BB962C8B-B14F-4D97-AF65-F5344CB8AC3E}">
        <p14:creationId xmlns:p14="http://schemas.microsoft.com/office/powerpoint/2010/main" val="399362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7A932-180C-9662-1CBE-8B8073E4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B9511B-2C2C-E474-5094-2E0FD376467E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B3F36-D556-A669-EDC9-DBDD6095998F}"/>
              </a:ext>
            </a:extLst>
          </p:cNvPr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D4FF"/>
                </a:solidFill>
              </a:rPr>
              <a:t>Step 3 — Insert  "peter"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E613D4B-F266-E8C4-89A5-75FAF7E274B0}"/>
              </a:ext>
            </a:extLst>
          </p:cNvPr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5A05AF27-B453-FF7D-F836-2BBF6B4877A4}"/>
              </a:ext>
            </a:extLst>
          </p:cNvPr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BB157E4-98DC-0D5D-B545-367B2B325DCD}"/>
              </a:ext>
            </a:extLst>
          </p:cNvPr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8F79CAD-CFD5-7F56-B373-592DE40B4A6B}"/>
              </a:ext>
            </a:extLst>
          </p:cNvPr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FC59BD-5078-0653-27BD-346F6651744B}"/>
              </a:ext>
            </a:extLst>
          </p:cNvPr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C2EC8E-FF4B-102D-64B4-A6E26D3F14E9}"/>
              </a:ext>
            </a:extLst>
          </p:cNvPr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62DA87-CFC2-09A1-5107-26CF3DED83FE}"/>
              </a:ext>
            </a:extLst>
          </p:cNvPr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FC493D-F57C-E670-03F5-204F5D90EC47}"/>
              </a:ext>
            </a:extLst>
          </p:cNvPr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0C1954-B37A-70F3-50E3-08A5CD268D6C}"/>
              </a:ext>
            </a:extLst>
          </p:cNvPr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B81FEA-4403-0D62-8BBD-F2A653C079B0}"/>
              </a:ext>
            </a:extLst>
          </p:cNvPr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6AFC19-A5BE-26F4-F520-C2EB1EEBA169}"/>
              </a:ext>
            </a:extLst>
          </p:cNvPr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426CC2-2743-EAE2-0302-9FE3A742434E}"/>
              </a:ext>
            </a:extLst>
          </p:cNvPr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7463BB-158A-7D7D-CDD8-64F3FA80F66A}"/>
              </a:ext>
            </a:extLst>
          </p:cNvPr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148D38-14F5-C31B-AC9F-045BD15E1C85}"/>
              </a:ext>
            </a:extLst>
          </p:cNvPr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8C368F-4F5D-D80D-55C4-4E50637A4F32}"/>
              </a:ext>
            </a:extLst>
          </p:cNvPr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BAC560-FBE5-90FF-BDFB-EE7E2EE913BE}"/>
              </a:ext>
            </a:extLst>
          </p:cNvPr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9DBB91-3477-2B9D-F779-FBE68DE2E4AA}"/>
              </a:ext>
            </a:extLst>
          </p:cNvPr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F8DE3D-174C-5B0E-E825-1D10819AD68E}"/>
              </a:ext>
            </a:extLst>
          </p:cNvPr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D118D3-5681-5E03-BEC7-D0FC151E3B19}"/>
              </a:ext>
            </a:extLst>
          </p:cNvPr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7ADDE7-D924-C6BC-D1DA-E5744238EC2F}"/>
              </a:ext>
            </a:extLst>
          </p:cNvPr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575C0C-5256-697C-EA02-680883232D69}"/>
              </a:ext>
            </a:extLst>
          </p:cNvPr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FBFD15-6A54-01E2-3694-CE439D6B1603}"/>
              </a:ext>
            </a:extLst>
          </p:cNvPr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4899D2-F019-6012-01CF-3A112233B8E0}"/>
              </a:ext>
            </a:extLst>
          </p:cNvPr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DC313B-0A23-6EF7-E05E-E1526256D9EE}"/>
              </a:ext>
            </a:extLst>
          </p:cNvPr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E30FF8-E1BD-7ED6-0D25-15F11503ECEA}"/>
              </a:ext>
            </a:extLst>
          </p:cNvPr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B39EEC-39D1-1C0E-BA9F-1AAEF482A8D2}"/>
              </a:ext>
            </a:extLst>
          </p:cNvPr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37B68E-F8C3-2F80-0C0D-88FEA4331DA4}"/>
              </a:ext>
            </a:extLst>
          </p:cNvPr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5CE395-6A4D-9793-8399-1C8F10B0F018}"/>
              </a:ext>
            </a:extLst>
          </p:cNvPr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57A097-E725-D245-C5F1-F3F188087880}"/>
              </a:ext>
            </a:extLst>
          </p:cNvPr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587096-66C2-6F88-F5FB-05DF72A15980}"/>
              </a:ext>
            </a:extLst>
          </p:cNvPr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F01703-C44C-AE88-8E36-3BB8D48F27C2}"/>
              </a:ext>
            </a:extLst>
          </p:cNvPr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073983-B2F1-F74F-4E76-919E34F2D2F3}"/>
              </a:ext>
            </a:extLst>
          </p:cNvPr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8BF2B1-9A0B-28C3-7523-69BEF141CA2D}"/>
              </a:ext>
            </a:extLst>
          </p:cNvPr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103B5C-37BF-7019-823B-584ED886877C}"/>
              </a:ext>
            </a:extLst>
          </p:cNvPr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ADA7F2-6B91-04E3-DA0F-85839E71915F}"/>
              </a:ext>
            </a:extLst>
          </p:cNvPr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C2D3D40-DD50-4C50-5631-56C958215FA4}"/>
              </a:ext>
            </a:extLst>
          </p:cNvPr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B445F7-E37E-760B-DA5C-F016965C5C2B}"/>
              </a:ext>
            </a:extLst>
          </p:cNvPr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F62EC2-08D2-3F1B-0664-ACC481BDB36D}"/>
              </a:ext>
            </a:extLst>
          </p:cNvPr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57FE79-FBEB-684B-4AEC-F8B956AEA293}"/>
              </a:ext>
            </a:extLst>
          </p:cNvPr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97B160-EEC2-1B94-CF95-E2CBB2601FCE}"/>
              </a:ext>
            </a:extLst>
          </p:cNvPr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EC53527-7634-3662-6F91-C1C075EB69C5}"/>
              </a:ext>
            </a:extLst>
          </p:cNvPr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D63BA1-CC38-2C2A-F7B0-E6BDECF54F71}"/>
              </a:ext>
            </a:extLst>
          </p:cNvPr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D865AC8-125B-0765-CF03-23A23DAA5B01}"/>
              </a:ext>
            </a:extLst>
          </p:cNvPr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4864F8-C5A4-50CE-B814-E94E3BEAA6CF}"/>
              </a:ext>
            </a:extLst>
          </p:cNvPr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2E44264-5987-44EC-E474-FAD78738D8FF}"/>
              </a:ext>
            </a:extLst>
          </p:cNvPr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890E63-6AA6-C642-FBB8-2DFE38D30AE1}"/>
              </a:ext>
            </a:extLst>
          </p:cNvPr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F73CFCF-2918-E9CE-409A-DF99EE75143A}"/>
              </a:ext>
            </a:extLst>
          </p:cNvPr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9B6024-9DDC-92E3-DC92-29D807AFF063}"/>
              </a:ext>
            </a:extLst>
          </p:cNvPr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EF353F2-2570-65A0-628A-964A86430F85}"/>
              </a:ext>
            </a:extLst>
          </p:cNvPr>
          <p:cNvSpPr/>
          <p:nvPr/>
        </p:nvSpPr>
        <p:spPr>
          <a:xfrm>
            <a:off x="6809993" y="1542123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28D150C-2336-9DE8-64C8-871ADF89428C}"/>
              </a:ext>
            </a:extLst>
          </p:cNvPr>
          <p:cNvSpPr/>
          <p:nvPr/>
        </p:nvSpPr>
        <p:spPr>
          <a:xfrm>
            <a:off x="9656063" y="2175036"/>
            <a:ext cx="283464" cy="283464"/>
          </a:xfrm>
          <a:prstGeom prst="rect">
            <a:avLst/>
          </a:prstGeom>
          <a:solidFill>
            <a:srgbClr val="00B05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0DC884-0075-F564-B1CF-42450DB0D020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3218AB-57BC-59FF-BC02-8F84BC0CA4D2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3F623E5-66DA-FCF3-14BF-AC9D0CCD5366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32054E-10D7-09E8-223B-3A6138A7F6CF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64709C-48EB-B272-6B5F-BEC65E53372B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0916B5-D1CF-1CF8-3D01-121E6E8CD15B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F45D40-E9AA-3488-0988-46BAA362C0CB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F97AA9B-67D5-2149-6175-5FCD8D415871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C8F5DD-BA99-3F50-0D31-DED322009451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EB6809-9974-0FE4-41A7-F3A7F7F13F59}"/>
              </a:ext>
            </a:extLst>
          </p:cNvPr>
          <p:cNvSpPr txBox="1"/>
          <p:nvPr/>
        </p:nvSpPr>
        <p:spPr>
          <a:xfrm>
            <a:off x="10145268" y="966793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bg1"/>
                </a:solidFill>
                <a:latin typeface="Calibri"/>
              </a:rPr>
              <a:t>✓ pet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1FD9DC-D12A-2C45-8A87-CFDA72748DCE}"/>
              </a:ext>
            </a:extLst>
          </p:cNvPr>
          <p:cNvSpPr txBox="1"/>
          <p:nvPr/>
        </p:nvSpPr>
        <p:spPr>
          <a:xfrm>
            <a:off x="10142424" y="1426719"/>
            <a:ext cx="1863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✓ </a:t>
            </a:r>
            <a:r>
              <a:rPr sz="1500" b="1" i="0" dirty="0">
                <a:solidFill>
                  <a:schemeClr val="bg1"/>
                </a:solidFill>
                <a:latin typeface="Calibri"/>
              </a:rPr>
              <a:t>pet</a:t>
            </a:r>
            <a:r>
              <a:rPr lang="en-US" sz="1500" b="1" i="0" dirty="0">
                <a:solidFill>
                  <a:schemeClr val="bg1"/>
                </a:solidFill>
                <a:latin typeface="Calibri"/>
              </a:rPr>
              <a:t>s</a:t>
            </a:r>
            <a:endParaRPr sz="15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627AF-9380-8BCD-32C4-D6DD2D362D1C}"/>
              </a:ext>
            </a:extLst>
          </p:cNvPr>
          <p:cNvSpPr txBox="1"/>
          <p:nvPr/>
        </p:nvSpPr>
        <p:spPr>
          <a:xfrm>
            <a:off x="10233040" y="1893711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accent6"/>
                </a:solidFill>
                <a:latin typeface="Calibri"/>
              </a:rPr>
              <a:t>  peter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8134D-76C8-2B2E-11D8-69E8A2DC39B7}"/>
              </a:ext>
            </a:extLst>
          </p:cNvPr>
          <p:cNvSpPr txBox="1"/>
          <p:nvPr/>
        </p:nvSpPr>
        <p:spPr>
          <a:xfrm>
            <a:off x="325351" y="-9144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 dirty="0">
                <a:solidFill>
                  <a:srgbClr val="667788"/>
                </a:solidFill>
                <a:latin typeface="Calibri"/>
              </a:rPr>
              <a:t>P → E → T already exist. Add E child to "pet", then R child. Mark R node.</a:t>
            </a:r>
          </a:p>
        </p:txBody>
      </p:sp>
    </p:spTree>
    <p:extLst>
      <p:ext uri="{BB962C8B-B14F-4D97-AF65-F5344CB8AC3E}">
        <p14:creationId xmlns:p14="http://schemas.microsoft.com/office/powerpoint/2010/main" val="240977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F9DE3-5A1A-C149-B809-CAA20E07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1678D0-EDCB-8BD0-AD86-AA3E460EDD66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88F3F-E729-90FC-9488-9AB61413F053}"/>
              </a:ext>
            </a:extLst>
          </p:cNvPr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D4FF"/>
                </a:solidFill>
              </a:rPr>
              <a:t>Step 3 — Insert  "peter"</a:t>
            </a: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815E3DE-C779-14AA-A8FC-495170A77778}"/>
              </a:ext>
            </a:extLst>
          </p:cNvPr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A4E7806-31E5-28CA-74DE-3FE6EA906CDE}"/>
              </a:ext>
            </a:extLst>
          </p:cNvPr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053DB6F4-741B-7090-0470-513D4987E665}"/>
              </a:ext>
            </a:extLst>
          </p:cNvPr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9B17B9C-3A32-6DD4-D0DC-33133C103B67}"/>
              </a:ext>
            </a:extLst>
          </p:cNvPr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AEF385-BF13-3C34-6216-5FB49C12EEC3}"/>
              </a:ext>
            </a:extLst>
          </p:cNvPr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9A15AC-744C-4853-9CE9-6C913C21FF52}"/>
              </a:ext>
            </a:extLst>
          </p:cNvPr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566DB6-373A-7252-9CA6-6F445D289629}"/>
              </a:ext>
            </a:extLst>
          </p:cNvPr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8FC1FE-A0E2-DA0F-A0A4-E8D27DF2C413}"/>
              </a:ext>
            </a:extLst>
          </p:cNvPr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634ABD-6C32-856C-5BB8-66244A3D6B78}"/>
              </a:ext>
            </a:extLst>
          </p:cNvPr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810862-D6ED-2A03-7E0B-0D7E57AF3ECA}"/>
              </a:ext>
            </a:extLst>
          </p:cNvPr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5A1F40-26B1-3E37-12EB-ECD6FBA0364B}"/>
              </a:ext>
            </a:extLst>
          </p:cNvPr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53495-0099-912F-F23F-A09900124A91}"/>
              </a:ext>
            </a:extLst>
          </p:cNvPr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283BA5-3CD5-CD17-A9B4-5E607DBCE60C}"/>
              </a:ext>
            </a:extLst>
          </p:cNvPr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D735C7-4E2E-7002-6DEF-91AA7E89811C}"/>
              </a:ext>
            </a:extLst>
          </p:cNvPr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787288-EB32-DE70-AA88-2CAE8207B010}"/>
              </a:ext>
            </a:extLst>
          </p:cNvPr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chemeClr val="accent6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30F6DB-FB07-4ADE-1FE4-D179ECF7F4B8}"/>
              </a:ext>
            </a:extLst>
          </p:cNvPr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C88FDD-2011-EDA2-9BDA-402E01DCECCC}"/>
              </a:ext>
            </a:extLst>
          </p:cNvPr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556405-951A-A9B9-FC6E-B5D2898C32FE}"/>
              </a:ext>
            </a:extLst>
          </p:cNvPr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94DE5C-966B-EEF5-D462-554F8922AB1E}"/>
              </a:ext>
            </a:extLst>
          </p:cNvPr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0A3F87-D5A3-CC7E-4A47-6BD4E4DCE39D}"/>
              </a:ext>
            </a:extLst>
          </p:cNvPr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B5F8BF-B01F-1C06-0D3F-037316038F0E}"/>
              </a:ext>
            </a:extLst>
          </p:cNvPr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1443B0-A8E5-1CF4-C62F-956D764F861B}"/>
              </a:ext>
            </a:extLst>
          </p:cNvPr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F598A8-8E65-B091-9550-E9A4BE8D1D55}"/>
              </a:ext>
            </a:extLst>
          </p:cNvPr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744CA04-06DC-CD45-C682-29EC19F18A5B}"/>
              </a:ext>
            </a:extLst>
          </p:cNvPr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FF8D76-5B35-EA4C-AB34-6228F90C5B12}"/>
              </a:ext>
            </a:extLst>
          </p:cNvPr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48439C-EFEE-D501-FB85-1FE3E3011672}"/>
              </a:ext>
            </a:extLst>
          </p:cNvPr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0CE1C9-F9B6-7021-545A-D2A72B5EF9E0}"/>
              </a:ext>
            </a:extLst>
          </p:cNvPr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22D0D1-CB83-D096-7752-FF920B6B1410}"/>
              </a:ext>
            </a:extLst>
          </p:cNvPr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E66917-3A17-278F-35FF-31120963921D}"/>
              </a:ext>
            </a:extLst>
          </p:cNvPr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0EADAD-3BEF-FB7E-5783-86B3AB420002}"/>
              </a:ext>
            </a:extLst>
          </p:cNvPr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67E221-6B51-D505-8399-C96962512B6A}"/>
              </a:ext>
            </a:extLst>
          </p:cNvPr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36D1E9-87A7-4532-6CB1-498BD97EFE9F}"/>
              </a:ext>
            </a:extLst>
          </p:cNvPr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0EAF60-FA33-F7CE-9B19-2921EC3D3F60}"/>
              </a:ext>
            </a:extLst>
          </p:cNvPr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017A8B-6ED3-DF86-89CD-29AE6E34D140}"/>
              </a:ext>
            </a:extLst>
          </p:cNvPr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37A41C-E0CB-C08D-40A5-C116D9000FDB}"/>
              </a:ext>
            </a:extLst>
          </p:cNvPr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DB3EAEC-33E3-8FF5-DFE4-50D98E589209}"/>
              </a:ext>
            </a:extLst>
          </p:cNvPr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E1C659-4991-F86D-6F1B-7B5D0A917CD5}"/>
              </a:ext>
            </a:extLst>
          </p:cNvPr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6ED640D-065C-B998-1919-DE5405E9167B}"/>
              </a:ext>
            </a:extLst>
          </p:cNvPr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13DCF5-F5B8-297B-845E-11F6542EA81B}"/>
              </a:ext>
            </a:extLst>
          </p:cNvPr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AD57AB-CC93-2D14-600D-8F0239CD2D36}"/>
              </a:ext>
            </a:extLst>
          </p:cNvPr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1E4D901-3059-9079-2266-5E1366559463}"/>
              </a:ext>
            </a:extLst>
          </p:cNvPr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F8B25E-CA3A-DCAF-E7D9-D3025DCEDFFF}"/>
              </a:ext>
            </a:extLst>
          </p:cNvPr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ADDB4A1-6A74-51CA-F338-2C6DF29F82C1}"/>
              </a:ext>
            </a:extLst>
          </p:cNvPr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004137-EF26-118B-41AD-3E39B0970E20}"/>
              </a:ext>
            </a:extLst>
          </p:cNvPr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CC0B6D6-8CCF-22D7-10F4-F02EABE47F86}"/>
              </a:ext>
            </a:extLst>
          </p:cNvPr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749178-CC4F-A4DD-2633-1564AB3F0966}"/>
              </a:ext>
            </a:extLst>
          </p:cNvPr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D3C7DDD-2E05-F865-4368-552EF7A33F03}"/>
              </a:ext>
            </a:extLst>
          </p:cNvPr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68D5FC-D744-A13F-4BC7-85308DEA85CC}"/>
              </a:ext>
            </a:extLst>
          </p:cNvPr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473B4A2-FB11-7DC0-B39C-A3118601272C}"/>
              </a:ext>
            </a:extLst>
          </p:cNvPr>
          <p:cNvSpPr/>
          <p:nvPr/>
        </p:nvSpPr>
        <p:spPr>
          <a:xfrm>
            <a:off x="6809993" y="1542123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F05207E-137F-8637-78AE-55EBCCBC6F82}"/>
              </a:ext>
            </a:extLst>
          </p:cNvPr>
          <p:cNvSpPr/>
          <p:nvPr/>
        </p:nvSpPr>
        <p:spPr>
          <a:xfrm>
            <a:off x="9656063" y="2175036"/>
            <a:ext cx="283464" cy="283464"/>
          </a:xfrm>
          <a:prstGeom prst="rect">
            <a:avLst/>
          </a:prstGeom>
          <a:solidFill>
            <a:srgbClr val="00B05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FAACE4-FD09-0407-ED89-81596FB0C26F}"/>
              </a:ext>
            </a:extLst>
          </p:cNvPr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07135F-EDD8-C0F1-B5F3-8DA8BA6FD656}"/>
              </a:ext>
            </a:extLst>
          </p:cNvPr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65FC74-541B-5379-86A7-7C837755DFD2}"/>
              </a:ext>
            </a:extLst>
          </p:cNvPr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2F10414-AC4E-56AC-4035-EA129D2186C4}"/>
              </a:ext>
            </a:extLst>
          </p:cNvPr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667788"/>
                </a:solidFill>
                <a:latin typeface="Calibri"/>
              </a:rPr>
              <a:t>  peter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64A6DC-6FB3-3A51-5C41-828CC94C6502}"/>
              </a:ext>
            </a:extLst>
          </p:cNvPr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81F7C95-489E-C523-A480-9AA0F64F351C}"/>
              </a:ext>
            </a:extLst>
          </p:cNvPr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479D63-6530-9074-CA83-9823F113A710}"/>
              </a:ext>
            </a:extLst>
          </p:cNvPr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9FE9DB-F8B3-BCAE-6B39-F327438BBAD9}"/>
              </a:ext>
            </a:extLst>
          </p:cNvPr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A78BF2-BA13-7510-9ACF-58B270AEC182}"/>
              </a:ext>
            </a:extLst>
          </p:cNvPr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E91BCAF-B45F-CD75-02E1-6793D52F0F3C}"/>
              </a:ext>
            </a:extLst>
          </p:cNvPr>
          <p:cNvSpPr txBox="1"/>
          <p:nvPr/>
        </p:nvSpPr>
        <p:spPr>
          <a:xfrm>
            <a:off x="10145268" y="966793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bg1"/>
                </a:solidFill>
                <a:latin typeface="Calibri"/>
              </a:rPr>
              <a:t>✓ pet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ACFD2B-C850-8401-10C5-2BC0981AA7AF}"/>
              </a:ext>
            </a:extLst>
          </p:cNvPr>
          <p:cNvSpPr txBox="1"/>
          <p:nvPr/>
        </p:nvSpPr>
        <p:spPr>
          <a:xfrm>
            <a:off x="10142424" y="1426719"/>
            <a:ext cx="1863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✓ </a:t>
            </a:r>
            <a:r>
              <a:rPr sz="1500" b="1" i="0" dirty="0">
                <a:solidFill>
                  <a:schemeClr val="bg1"/>
                </a:solidFill>
                <a:latin typeface="Calibri"/>
              </a:rPr>
              <a:t>pet</a:t>
            </a:r>
            <a:r>
              <a:rPr lang="en-US" sz="1500" b="1" i="0" dirty="0">
                <a:solidFill>
                  <a:schemeClr val="bg1"/>
                </a:solidFill>
                <a:latin typeface="Calibri"/>
              </a:rPr>
              <a:t>s</a:t>
            </a:r>
            <a:endParaRPr sz="15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58E27C-CEBA-6670-9FD0-845C71337ED3}"/>
              </a:ext>
            </a:extLst>
          </p:cNvPr>
          <p:cNvSpPr txBox="1"/>
          <p:nvPr/>
        </p:nvSpPr>
        <p:spPr>
          <a:xfrm>
            <a:off x="10233040" y="1893711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chemeClr val="accent6"/>
                </a:solidFill>
                <a:latin typeface="Calibri"/>
              </a:rPr>
              <a:t>  </a:t>
            </a:r>
            <a:r>
              <a:rPr sz="1500" b="1" i="0" dirty="0" err="1">
                <a:solidFill>
                  <a:schemeClr val="accent6"/>
                </a:solidFill>
                <a:latin typeface="Calibri"/>
              </a:rPr>
              <a:t>pet</a:t>
            </a:r>
            <a:r>
              <a:rPr lang="en-US" sz="1500" b="1" i="0" dirty="0" err="1">
                <a:solidFill>
                  <a:schemeClr val="accent6"/>
                </a:solidFill>
                <a:latin typeface="Calibri"/>
              </a:rPr>
              <a:t>e</a:t>
            </a:r>
            <a:endParaRPr sz="1500" b="1" i="0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747034-DCBC-BE97-3DCF-26ED9B36EA8C}"/>
              </a:ext>
            </a:extLst>
          </p:cNvPr>
          <p:cNvSpPr txBox="1"/>
          <p:nvPr/>
        </p:nvSpPr>
        <p:spPr>
          <a:xfrm>
            <a:off x="274320" y="41148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→ T already exist. </a:t>
            </a:r>
            <a:r>
              <a:rPr sz="1300" b="0" i="1" dirty="0">
                <a:solidFill>
                  <a:srgbClr val="667788"/>
                </a:solidFill>
                <a:latin typeface="Calibri"/>
              </a:rPr>
              <a:t>Add E child to "pet", then R child. Mark R node.</a:t>
            </a:r>
          </a:p>
        </p:txBody>
      </p:sp>
    </p:spTree>
    <p:extLst>
      <p:ext uri="{BB962C8B-B14F-4D97-AF65-F5344CB8AC3E}">
        <p14:creationId xmlns:p14="http://schemas.microsoft.com/office/powerpoint/2010/main" val="3241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0D4FF"/>
                </a:solidFill>
                <a:latin typeface="Calibri"/>
              </a:rPr>
              <a:t>Step 3 — Insert  "peter"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4805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 dirty="0">
                <a:solidFill>
                  <a:srgbClr val="667788"/>
                </a:solidFill>
                <a:latin typeface="Calibri"/>
              </a:rPr>
              <a:t>P → E → T already exist. Add E child to "pet", then R child. Mark R node.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peter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4 — Insert  "peck"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already exist. Add C child to "pe" node, then K. Mark K node.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23060" y="1819656"/>
            <a:ext cx="3593592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6172" y="2459736"/>
            <a:ext cx="246888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71016" y="217627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813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916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019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1226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22576" y="217627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039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070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7101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48132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9164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0195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1226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22576" y="281635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5 — Insert  "pecked"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→ C → K already exist. Add E child to "peck", then D. Mark D node.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23060" y="1819656"/>
            <a:ext cx="359359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8" y="3739896"/>
            <a:ext cx="667512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8700" y="3099816"/>
            <a:ext cx="137160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76172" y="2459736"/>
            <a:ext cx="246888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07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71016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813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916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019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1226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22576" y="217627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6968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9728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0759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1790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728216" y="409651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" y="345643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634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665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696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728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0759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1790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28216" y="34564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008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5039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0704" y="281635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27101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48132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9164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90195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11226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32257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pecked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7788"/>
                </a:solidFill>
                <a:latin typeface="Calibri"/>
              </a:rPr>
              <a:t>  pecks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Step 6 — Insert  "pecks"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 → E → C → K already exist. Add S child to "peck". Mark S node.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23060" y="1819656"/>
            <a:ext cx="359359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8" y="3739896"/>
            <a:ext cx="66751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8700" y="3099816"/>
            <a:ext cx="13716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07108" y="3099816"/>
            <a:ext cx="896112" cy="356616"/>
          </a:xfrm>
          <a:prstGeom prst="line">
            <a:avLst/>
          </a:prstGeom>
          <a:ln w="2286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6172" y="2459736"/>
            <a:ext cx="246888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07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13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019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1226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22576" y="217627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603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6656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6968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728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0759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1790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28216" y="409651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6032" y="34564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634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696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9728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0759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51790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28216" y="34564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2024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3055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4086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5117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148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718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821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924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02736" y="3456432"/>
            <a:ext cx="283464" cy="283464"/>
          </a:xfrm>
          <a:prstGeom prst="rect">
            <a:avLst/>
          </a:prstGeom>
          <a:solidFill>
            <a:srgbClr val="FFDD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008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039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0704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7101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48132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9164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01952" y="2816352"/>
            <a:ext cx="210312" cy="283464"/>
          </a:xfrm>
          <a:prstGeom prst="rect">
            <a:avLst/>
          </a:prstGeom>
          <a:solidFill>
            <a:srgbClr val="FF9900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1B2A"/>
                </a:solidFill>
                <a:latin typeface="Courier New"/>
              </a:rPr>
              <a:t>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11226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32257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  <a:latin typeface="Calibri"/>
              </a:rPr>
              <a:t>✓ pecks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7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657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Final Trie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6576"/>
            <a:ext cx="1170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667788"/>
                </a:solidFill>
                <a:latin typeface="Calibri"/>
              </a:rPr>
              <a:t>pet · pets · peter · peck · pecked · pecks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8298179" y="3099816"/>
            <a:ext cx="173737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88836" y="1819656"/>
            <a:ext cx="2249423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623060" y="1819656"/>
            <a:ext cx="359359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57900" y="539496"/>
            <a:ext cx="36576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37276" y="1179576"/>
            <a:ext cx="45720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298179" y="2459736"/>
            <a:ext cx="182881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8" y="3739896"/>
            <a:ext cx="66751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28700" y="3099816"/>
            <a:ext cx="137160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07108" y="3099816"/>
            <a:ext cx="89611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2308" y="2459736"/>
            <a:ext cx="1261872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76172" y="2459736"/>
            <a:ext cx="246888" cy="356616"/>
          </a:xfrm>
          <a:prstGeom prst="line">
            <a:avLst/>
          </a:prstGeom>
          <a:ln w="15240">
            <a:solidFill>
              <a:srgbClr val="557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1149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42432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2744" y="2560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3368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560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93992" y="2560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255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358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4613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707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8738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655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86215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965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2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27463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37776" y="217627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070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" y="217627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1328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01952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12264" y="217627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22576" y="217627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2180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89611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42432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52744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63056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73368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8961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93992" y="89611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11496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2180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42432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52744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63056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73368" y="153619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153619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93992" y="153619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25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35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46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56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66760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77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87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97696" y="281635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603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6656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6968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7280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07592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17904" y="409651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28216" y="409651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6032" y="345643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634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696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9728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0759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51790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728216" y="3456432"/>
            <a:ext cx="283464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667788"/>
                </a:solidFill>
              </a:rPr>
              <a:t> 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2024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3055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34086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51176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1488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71800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82112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92424" y="345643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02736" y="345643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60120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1151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2182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23213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44244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65276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86307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07338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28369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008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0392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0704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71016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481328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91640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01952" y="2816352"/>
            <a:ext cx="210312" cy="283464"/>
          </a:xfrm>
          <a:prstGeom prst="rect">
            <a:avLst/>
          </a:prstGeom>
          <a:solidFill>
            <a:srgbClr val="40587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8E8E8"/>
                </a:solidFill>
                <a:latin typeface="Courier New"/>
              </a:rPr>
              <a:t>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112264" y="2816352"/>
            <a:ext cx="210312" cy="283464"/>
          </a:xfrm>
          <a:prstGeom prst="rect">
            <a:avLst/>
          </a:prstGeom>
          <a:solidFill>
            <a:srgbClr val="122232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0">
                <a:solidFill>
                  <a:srgbClr val="667788"/>
                </a:solidFill>
                <a:latin typeface="Courier New"/>
              </a:rPr>
              <a:t>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322576" y="2816352"/>
            <a:ext cx="283464" cy="283464"/>
          </a:xfrm>
          <a:prstGeom prst="rect">
            <a:avLst/>
          </a:prstGeom>
          <a:solidFill>
            <a:srgbClr val="00AA55"/>
          </a:solidFill>
          <a:ln w="9525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E8E8"/>
                </a:solidFill>
              </a:rPr>
              <a:t>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08576" y="246888"/>
            <a:ext cx="475488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  <a:latin typeface="Calibri"/>
              </a:rPr>
              <a:t>root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87000" y="64008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Words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41280" y="987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241280" y="14447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241280" y="19019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peter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241280" y="23591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41280" y="28163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41280" y="3273552"/>
            <a:ext cx="1783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8E8"/>
                </a:solidFill>
                <a:latin typeface="Calibri"/>
              </a:rPr>
              <a:t>✓ pecks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388620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Alphabet: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241280" y="416052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7788"/>
                </a:solidFill>
                <a:latin typeface="Calibri"/>
              </a:rPr>
              <a:t>C · D · E · K · P · R · S · 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966960" y="4983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Legend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66960" y="5349240"/>
            <a:ext cx="274320" cy="237744"/>
          </a:xfrm>
          <a:prstGeom prst="rect">
            <a:avLst/>
          </a:prstGeom>
          <a:solidFill>
            <a:srgbClr val="405872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0296144" y="533095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existing child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966960" y="5696712"/>
            <a:ext cx="274320" cy="237744"/>
          </a:xfrm>
          <a:prstGeom prst="rect">
            <a:avLst/>
          </a:prstGeom>
          <a:solidFill>
            <a:srgbClr val="FF99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296144" y="567842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new this step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966960" y="6044184"/>
            <a:ext cx="274320" cy="237744"/>
          </a:xfrm>
          <a:prstGeom prst="rect">
            <a:avLst/>
          </a:prstGeom>
          <a:solidFill>
            <a:srgbClr val="00AA55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296144" y="60258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(existing)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966960" y="6391656"/>
            <a:ext cx="274320" cy="237744"/>
          </a:xfrm>
          <a:prstGeom prst="rect">
            <a:avLst/>
          </a:prstGeom>
          <a:solidFill>
            <a:srgbClr val="FFDD0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296144" y="63733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Calibri"/>
              </a:rPr>
              <a:t>word ✓ (new)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1923</Words>
  <Application>Microsoft Macintosh PowerPoint</Application>
  <PresentationFormat>Custom</PresentationFormat>
  <Paragraphs>1062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Terry Griffin</cp:lastModifiedBy>
  <cp:revision>6</cp:revision>
  <dcterms:created xsi:type="dcterms:W3CDTF">2013-01-27T09:14:16Z</dcterms:created>
  <dcterms:modified xsi:type="dcterms:W3CDTF">2026-04-09T20:14:40Z</dcterms:modified>
  <cp:category/>
</cp:coreProperties>
</file>